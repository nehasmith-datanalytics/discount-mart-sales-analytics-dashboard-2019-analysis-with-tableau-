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  <p:sldId id="258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7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3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92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2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6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1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5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4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0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1B9ACC7-2349-4B72-A3A8-9131643B931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F693EE-9B7F-40CC-BFC4-73D24B038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1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336A0-6BFA-41CE-B197-FBD6D9281453}"/>
              </a:ext>
            </a:extLst>
          </p:cNvPr>
          <p:cNvSpPr txBox="1"/>
          <p:nvPr/>
        </p:nvSpPr>
        <p:spPr>
          <a:xfrm>
            <a:off x="2584116" y="2581150"/>
            <a:ext cx="47178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/>
              <a:t>DiscountMart </a:t>
            </a:r>
          </a:p>
          <a:p>
            <a:r>
              <a:rPr lang="en-US" sz="4800" u="sng" dirty="0"/>
              <a:t>Sales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51899-08AE-4DC7-8D67-FBBD723AE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983" y="1652011"/>
            <a:ext cx="3427940" cy="342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7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151C26-072C-43F5-8991-25403121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81" y="993914"/>
            <a:ext cx="10746836" cy="58640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E556D-40A2-402F-8163-E7FE73FF7268}"/>
              </a:ext>
            </a:extLst>
          </p:cNvPr>
          <p:cNvSpPr txBox="1"/>
          <p:nvPr/>
        </p:nvSpPr>
        <p:spPr>
          <a:xfrm>
            <a:off x="3089279" y="291548"/>
            <a:ext cx="6013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Calibri" panose="020F0502020204030204" pitchFamily="34" charset="0"/>
                <a:cs typeface="Calibri" panose="020F0502020204030204" pitchFamily="34" charset="0"/>
              </a:rPr>
              <a:t>DiscountMart Dashboard with Tableau</a:t>
            </a:r>
          </a:p>
        </p:txBody>
      </p:sp>
    </p:spTree>
    <p:extLst>
      <p:ext uri="{BB962C8B-B14F-4D97-AF65-F5344CB8AC3E}">
        <p14:creationId xmlns:p14="http://schemas.microsoft.com/office/powerpoint/2010/main" val="388477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1976D0-407A-482B-AEBD-9DE844141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19" y="1615801"/>
            <a:ext cx="9392961" cy="4925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12B7E5-6E3C-4322-9DCE-4F879E457C10}"/>
              </a:ext>
            </a:extLst>
          </p:cNvPr>
          <p:cNvSpPr txBox="1"/>
          <p:nvPr/>
        </p:nvSpPr>
        <p:spPr>
          <a:xfrm>
            <a:off x="1675814" y="317087"/>
            <a:ext cx="88403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Line Chart presenting monthly sales for 2019.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DiscountMart 2019 sales peaked in November at $118k, with steady growth above the $61k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average in the last quarter.</a:t>
            </a:r>
          </a:p>
        </p:txBody>
      </p:sp>
    </p:spTree>
    <p:extLst>
      <p:ext uri="{BB962C8B-B14F-4D97-AF65-F5344CB8AC3E}">
        <p14:creationId xmlns:p14="http://schemas.microsoft.com/office/powerpoint/2010/main" val="383229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FEB6B5-D4C3-4E71-BEAC-AAA36955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1641341"/>
            <a:ext cx="9345329" cy="4925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F2A9C-BE32-4142-8C28-8A04A9BE7091}"/>
              </a:ext>
            </a:extLst>
          </p:cNvPr>
          <p:cNvSpPr txBox="1"/>
          <p:nvPr/>
        </p:nvSpPr>
        <p:spPr>
          <a:xfrm>
            <a:off x="2040835" y="291547"/>
            <a:ext cx="82976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Bar Chart representing sales by Category.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Technology drove the highest sales in 2019, but Office Supplies and Furniture together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contributed nearly half of revenue.</a:t>
            </a:r>
          </a:p>
        </p:txBody>
      </p:sp>
    </p:spTree>
    <p:extLst>
      <p:ext uri="{BB962C8B-B14F-4D97-AF65-F5344CB8AC3E}">
        <p14:creationId xmlns:p14="http://schemas.microsoft.com/office/powerpoint/2010/main" val="82431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F2A9C-BE32-4142-8C28-8A04A9BE7091}"/>
              </a:ext>
            </a:extLst>
          </p:cNvPr>
          <p:cNvSpPr txBox="1"/>
          <p:nvPr/>
        </p:nvSpPr>
        <p:spPr>
          <a:xfrm>
            <a:off x="1423335" y="583095"/>
            <a:ext cx="9493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Bar Chart for Quantity of Products sold shows Low-quantity purchases (2-5 units) made up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bulk of DiscountMart’s 2019 sales, while higher-volume orders declined sharply beyond 7 units.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52427-61AF-43BB-AB11-92DA8DA56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1631814"/>
            <a:ext cx="9345329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0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DC330D-95C6-4320-9850-D89FDC6CB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1813355"/>
            <a:ext cx="9231013" cy="4715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595AD-94B8-46A5-A87E-94CD12D1868D}"/>
              </a:ext>
            </a:extLst>
          </p:cNvPr>
          <p:cNvSpPr txBox="1"/>
          <p:nvPr/>
        </p:nvSpPr>
        <p:spPr>
          <a:xfrm>
            <a:off x="1480493" y="463827"/>
            <a:ext cx="89873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In Sales Map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West-coast dominance led by California($146k),with notable contributions from Pennsylvania,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New York and Florida.</a:t>
            </a:r>
          </a:p>
        </p:txBody>
      </p:sp>
    </p:spTree>
    <p:extLst>
      <p:ext uri="{BB962C8B-B14F-4D97-AF65-F5344CB8AC3E}">
        <p14:creationId xmlns:p14="http://schemas.microsoft.com/office/powerpoint/2010/main" val="24857925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49</TotalTime>
  <Words>120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2026-03-06T14:04:00Z</dcterms:created>
  <dcterms:modified xsi:type="dcterms:W3CDTF">2026-03-06T14:53:15Z</dcterms:modified>
</cp:coreProperties>
</file>